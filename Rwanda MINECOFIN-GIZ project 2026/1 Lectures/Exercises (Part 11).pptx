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433" r:id="rId2"/>
    <p:sldId id="436" r:id="rId3"/>
    <p:sldId id="437" r:id="rId4"/>
    <p:sldId id="435" r:id="rId5"/>
    <p:sldId id="452" r:id="rId6"/>
    <p:sldId id="453" r:id="rId7"/>
    <p:sldId id="45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8EB8"/>
    <a:srgbClr val="C34E2D"/>
    <a:srgbClr val="5C8E3A"/>
    <a:srgbClr val="7F7F7F"/>
    <a:srgbClr val="FFB300"/>
    <a:srgbClr val="FFFFFF"/>
    <a:srgbClr val="8AA63D"/>
    <a:srgbClr val="FC6714"/>
    <a:srgbClr val="A0B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EF9AB9-C189-48D4-8005-203147CFC02E}" v="17" dt="2025-12-06T03:06:01.605"/>
    <p1510:client id="{61A5F475-F960-4F2D-83F2-49915F611ADB}" v="9" dt="2025-12-06T04:15:19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urlow, James (IFPRI)" userId="21a02b6a-1baf-4aa4-bf75-185c8473c16f" providerId="ADAL" clId="{B1D073B9-F2B2-4F2C-BA5A-A7E8CB4F6E4F}"/>
    <pc:docChg chg="undo custSel addSld delSld modSld">
      <pc:chgData name="Thurlow, James (IFPRI)" userId="21a02b6a-1baf-4aa4-bf75-185c8473c16f" providerId="ADAL" clId="{B1D073B9-F2B2-4F2C-BA5A-A7E8CB4F6E4F}" dt="2025-12-06T06:14:40.774" v="1909" actId="20577"/>
      <pc:docMkLst>
        <pc:docMk/>
      </pc:docMkLst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350955794" sldId="281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98856698" sldId="283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859204489" sldId="285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141886883" sldId="28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197454026" sldId="288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150365054" sldId="289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902564492" sldId="29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909281511" sldId="301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966958615" sldId="302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884179419" sldId="305"/>
        </pc:sldMkLst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050165398" sldId="356"/>
        </pc:sldMkLst>
        <pc:spChg chg="mod">
          <ac:chgData name="Thurlow, James (IFPRI)" userId="21a02b6a-1baf-4aa4-bf75-185c8473c16f" providerId="ADAL" clId="{B1D073B9-F2B2-4F2C-BA5A-A7E8CB4F6E4F}" dt="2025-12-05T02:07:26.704" v="8" actId="20577"/>
          <ac:spMkLst>
            <pc:docMk/>
            <pc:sldMk cId="2050165398" sldId="356"/>
            <ac:spMk id="3" creationId="{3CDF72CA-CA9C-B56F-C333-63FDA3EBB169}"/>
          </ac:spMkLst>
        </pc:spChg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4257652063" sldId="35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387419316" sldId="358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434193623" sldId="359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440208022" sldId="360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583830306" sldId="361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353553728" sldId="363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154334635" sldId="364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443383926" sldId="365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543893123" sldId="366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647685350" sldId="36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441620763" sldId="368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452783477" sldId="369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346720150" sldId="370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575376374" sldId="371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825206640" sldId="372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790220914" sldId="373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692766598" sldId="374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368384029" sldId="375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943886967" sldId="376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978327045" sldId="378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798418333" sldId="379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094978376" sldId="380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039795801" sldId="382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803959849" sldId="384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187087941" sldId="386"/>
        </pc:sldMkLst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449641278" sldId="387"/>
        </pc:sldMkLst>
        <pc:spChg chg="mod">
          <ac:chgData name="Thurlow, James (IFPRI)" userId="21a02b6a-1baf-4aa4-bf75-185c8473c16f" providerId="ADAL" clId="{B1D073B9-F2B2-4F2C-BA5A-A7E8CB4F6E4F}" dt="2025-12-05T02:07:38.411" v="9" actId="20577"/>
          <ac:spMkLst>
            <pc:docMk/>
            <pc:sldMk cId="3449641278" sldId="387"/>
            <ac:spMk id="2" creationId="{76153DC7-DA25-3A40-6AC6-827ED31145FF}"/>
          </ac:spMkLst>
        </pc:spChg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934109121" sldId="388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574190535" sldId="389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148623237" sldId="390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4240012798" sldId="391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324918210" sldId="392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992730189" sldId="394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187515897" sldId="395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226331631" sldId="39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067190235" sldId="398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4177656830" sldId="399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601975587" sldId="400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725524647" sldId="402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527521398" sldId="405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222464466" sldId="406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350111983" sldId="40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658175295" sldId="408"/>
        </pc:sldMkLst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8903125" sldId="409"/>
        </pc:sldMkLst>
        <pc:spChg chg="mod">
          <ac:chgData name="Thurlow, James (IFPRI)" userId="21a02b6a-1baf-4aa4-bf75-185c8473c16f" providerId="ADAL" clId="{B1D073B9-F2B2-4F2C-BA5A-A7E8CB4F6E4F}" dt="2025-12-05T02:07:17.268" v="7" actId="20577"/>
          <ac:spMkLst>
            <pc:docMk/>
            <pc:sldMk cId="18903125" sldId="409"/>
            <ac:spMk id="3" creationId="{3CDF72CA-CA9C-B56F-C333-63FDA3EBB169}"/>
          </ac:spMkLst>
        </pc:spChg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811282150" sldId="410"/>
        </pc:sldMkLst>
        <pc:spChg chg="mod">
          <ac:chgData name="Thurlow, James (IFPRI)" userId="21a02b6a-1baf-4aa4-bf75-185c8473c16f" providerId="ADAL" clId="{B1D073B9-F2B2-4F2C-BA5A-A7E8CB4F6E4F}" dt="2025-12-05T02:07:50.483" v="11" actId="20577"/>
          <ac:spMkLst>
            <pc:docMk/>
            <pc:sldMk cId="3811282150" sldId="410"/>
            <ac:spMk id="2" creationId="{76153DC7-DA25-3A40-6AC6-827ED31145FF}"/>
          </ac:spMkLst>
        </pc:spChg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946165700" sldId="411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995007260" sldId="412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68635635" sldId="413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664863733" sldId="414"/>
        </pc:sldMkLst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477522139" sldId="415"/>
        </pc:sldMkLst>
        <pc:spChg chg="mod">
          <ac:chgData name="Thurlow, James (IFPRI)" userId="21a02b6a-1baf-4aa4-bf75-185c8473c16f" providerId="ADAL" clId="{B1D073B9-F2B2-4F2C-BA5A-A7E8CB4F6E4F}" dt="2025-12-05T02:07:55.403" v="13" actId="20577"/>
          <ac:spMkLst>
            <pc:docMk/>
            <pc:sldMk cId="3477522139" sldId="415"/>
            <ac:spMk id="2" creationId="{6BBFEC32-7E3B-08BE-942B-085B974997D7}"/>
          </ac:spMkLst>
        </pc:spChg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504032425" sldId="416"/>
        </pc:sldMkLst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153475308" sldId="418"/>
        </pc:sldMkLst>
        <pc:spChg chg="mod">
          <ac:chgData name="Thurlow, James (IFPRI)" userId="21a02b6a-1baf-4aa4-bf75-185c8473c16f" providerId="ADAL" clId="{B1D073B9-F2B2-4F2C-BA5A-A7E8CB4F6E4F}" dt="2025-12-05T02:08:00.424" v="15" actId="20577"/>
          <ac:spMkLst>
            <pc:docMk/>
            <pc:sldMk cId="1153475308" sldId="418"/>
            <ac:spMk id="2" creationId="{79C37FC3-EC93-A9C5-B121-1BC19791A79D}"/>
          </ac:spMkLst>
        </pc:spChg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473494747" sldId="419"/>
        </pc:sldMkLst>
        <pc:spChg chg="mod">
          <ac:chgData name="Thurlow, James (IFPRI)" userId="21a02b6a-1baf-4aa4-bf75-185c8473c16f" providerId="ADAL" clId="{B1D073B9-F2B2-4F2C-BA5A-A7E8CB4F6E4F}" dt="2025-12-05T02:08:06.892" v="17" actId="20577"/>
          <ac:spMkLst>
            <pc:docMk/>
            <pc:sldMk cId="3473494747" sldId="419"/>
            <ac:spMk id="2" creationId="{17B9EA40-B26E-4610-9F3B-5CE15C476302}"/>
          </ac:spMkLst>
        </pc:spChg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001728012" sldId="421"/>
        </pc:sldMkLst>
        <pc:picChg chg="mod">
          <ac:chgData name="Thurlow, James (IFPRI)" userId="21a02b6a-1baf-4aa4-bf75-185c8473c16f" providerId="ADAL" clId="{B1D073B9-F2B2-4F2C-BA5A-A7E8CB4F6E4F}" dt="2025-12-05T02:11:33.562" v="59" actId="14861"/>
          <ac:picMkLst>
            <pc:docMk/>
            <pc:sldMk cId="3001728012" sldId="421"/>
            <ac:picMk id="7" creationId="{6BA598AC-97AA-8F6F-11B3-7C71022B829D}"/>
          </ac:picMkLst>
        </pc:picChg>
        <pc:picChg chg="mod">
          <ac:chgData name="Thurlow, James (IFPRI)" userId="21a02b6a-1baf-4aa4-bf75-185c8473c16f" providerId="ADAL" clId="{B1D073B9-F2B2-4F2C-BA5A-A7E8CB4F6E4F}" dt="2025-12-05T02:11:33.562" v="59" actId="14861"/>
          <ac:picMkLst>
            <pc:docMk/>
            <pc:sldMk cId="3001728012" sldId="421"/>
            <ac:picMk id="18" creationId="{16BD5B2B-24E6-905F-E49F-3C8B3093E219}"/>
          </ac:picMkLst>
        </pc:picChg>
      </pc:sldChg>
      <pc:sldChg chg="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747800006" sldId="422"/>
        </pc:sldMkLst>
        <pc:spChg chg="mod">
          <ac:chgData name="Thurlow, James (IFPRI)" userId="21a02b6a-1baf-4aa4-bf75-185c8473c16f" providerId="ADAL" clId="{B1D073B9-F2B2-4F2C-BA5A-A7E8CB4F6E4F}" dt="2025-12-05T02:26:30.602" v="201" actId="14100"/>
          <ac:spMkLst>
            <pc:docMk/>
            <pc:sldMk cId="747800006" sldId="422"/>
            <ac:spMk id="40" creationId="{7BD027CB-9D0F-44A1-CF09-76D3DEEA61F0}"/>
          </ac:spMkLst>
        </pc:spChg>
        <pc:spChg chg="mod">
          <ac:chgData name="Thurlow, James (IFPRI)" userId="21a02b6a-1baf-4aa4-bf75-185c8473c16f" providerId="ADAL" clId="{B1D073B9-F2B2-4F2C-BA5A-A7E8CB4F6E4F}" dt="2025-12-05T02:26:21.575" v="200" actId="14100"/>
          <ac:spMkLst>
            <pc:docMk/>
            <pc:sldMk cId="747800006" sldId="422"/>
            <ac:spMk id="41" creationId="{4C23EB31-5AFB-652E-2D88-2DC577B7CEE7}"/>
          </ac:spMkLst>
        </pc:spChg>
      </pc:sldChg>
      <pc:sldChg chg="del">
        <pc:chgData name="Thurlow, James (IFPRI)" userId="21a02b6a-1baf-4aa4-bf75-185c8473c16f" providerId="ADAL" clId="{B1D073B9-F2B2-4F2C-BA5A-A7E8CB4F6E4F}" dt="2025-12-05T02:24:16.239" v="158" actId="47"/>
        <pc:sldMkLst>
          <pc:docMk/>
          <pc:sldMk cId="121477056" sldId="423"/>
        </pc:sldMkLst>
      </pc:sldChg>
      <pc:sldChg chg="modSp del mod">
        <pc:chgData name="Thurlow, James (IFPRI)" userId="21a02b6a-1baf-4aa4-bf75-185c8473c16f" providerId="ADAL" clId="{B1D073B9-F2B2-4F2C-BA5A-A7E8CB4F6E4F}" dt="2025-12-05T02:30:45.240" v="398" actId="47"/>
        <pc:sldMkLst>
          <pc:docMk/>
          <pc:sldMk cId="1152657945" sldId="424"/>
        </pc:sldMkLst>
        <pc:spChg chg="mod">
          <ac:chgData name="Thurlow, James (IFPRI)" userId="21a02b6a-1baf-4aa4-bf75-185c8473c16f" providerId="ADAL" clId="{B1D073B9-F2B2-4F2C-BA5A-A7E8CB4F6E4F}" dt="2025-12-05T02:29:03.190" v="265" actId="20577"/>
          <ac:spMkLst>
            <pc:docMk/>
            <pc:sldMk cId="1152657945" sldId="424"/>
            <ac:spMk id="2" creationId="{005D1E07-A0AD-4E93-4FC2-F97646FBF145}"/>
          </ac:spMkLst>
        </pc:spChg>
      </pc:sldChg>
      <pc:sldChg chg="del">
        <pc:chgData name="Thurlow, James (IFPRI)" userId="21a02b6a-1baf-4aa4-bf75-185c8473c16f" providerId="ADAL" clId="{B1D073B9-F2B2-4F2C-BA5A-A7E8CB4F6E4F}" dt="2025-12-05T02:30:42.411" v="397" actId="47"/>
        <pc:sldMkLst>
          <pc:docMk/>
          <pc:sldMk cId="2943888985" sldId="425"/>
        </pc:sldMkLst>
      </pc:sldChg>
      <pc:sldChg chg="del">
        <pc:chgData name="Thurlow, James (IFPRI)" userId="21a02b6a-1baf-4aa4-bf75-185c8473c16f" providerId="ADAL" clId="{B1D073B9-F2B2-4F2C-BA5A-A7E8CB4F6E4F}" dt="2025-12-05T02:30:48.870" v="399" actId="47"/>
        <pc:sldMkLst>
          <pc:docMk/>
          <pc:sldMk cId="980485703" sldId="426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368421946" sldId="42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1865502" sldId="428"/>
        </pc:sldMkLst>
      </pc:sldChg>
      <pc:sldChg chg="addSp delSp 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294167586" sldId="431"/>
        </pc:sldMkLst>
        <pc:spChg chg="mod">
          <ac:chgData name="Thurlow, James (IFPRI)" userId="21a02b6a-1baf-4aa4-bf75-185c8473c16f" providerId="ADAL" clId="{B1D073B9-F2B2-4F2C-BA5A-A7E8CB4F6E4F}" dt="2025-12-05T02:15:46.951" v="81" actId="6549"/>
          <ac:spMkLst>
            <pc:docMk/>
            <pc:sldMk cId="2294167586" sldId="431"/>
            <ac:spMk id="2" creationId="{955DB504-FFD0-2EDB-7A75-624BD90C7BE9}"/>
          </ac:spMkLst>
        </pc:spChg>
        <pc:spChg chg="mod">
          <ac:chgData name="Thurlow, James (IFPRI)" userId="21a02b6a-1baf-4aa4-bf75-185c8473c16f" providerId="ADAL" clId="{B1D073B9-F2B2-4F2C-BA5A-A7E8CB4F6E4F}" dt="2025-12-05T02:10:31.203" v="41" actId="1076"/>
          <ac:spMkLst>
            <pc:docMk/>
            <pc:sldMk cId="2294167586" sldId="431"/>
            <ac:spMk id="8" creationId="{3FD5E377-CA1D-A998-CBB0-38F73BFA7E6E}"/>
          </ac:spMkLst>
        </pc:spChg>
        <pc:spChg chg="mod">
          <ac:chgData name="Thurlow, James (IFPRI)" userId="21a02b6a-1baf-4aa4-bf75-185c8473c16f" providerId="ADAL" clId="{B1D073B9-F2B2-4F2C-BA5A-A7E8CB4F6E4F}" dt="2025-12-05T02:10:45.932" v="48" actId="1076"/>
          <ac:spMkLst>
            <pc:docMk/>
            <pc:sldMk cId="2294167586" sldId="431"/>
            <ac:spMk id="11" creationId="{9706D421-667C-A6AF-8E7D-B9BA109B5EF2}"/>
          </ac:spMkLst>
        </pc:spChg>
        <pc:spChg chg="add del mod">
          <ac:chgData name="Thurlow, James (IFPRI)" userId="21a02b6a-1baf-4aa4-bf75-185c8473c16f" providerId="ADAL" clId="{B1D073B9-F2B2-4F2C-BA5A-A7E8CB4F6E4F}" dt="2025-12-05T02:18:00.371" v="112" actId="478"/>
          <ac:spMkLst>
            <pc:docMk/>
            <pc:sldMk cId="2294167586" sldId="431"/>
            <ac:spMk id="15" creationId="{98C5BC17-779B-88AB-A565-E80CAB5071B9}"/>
          </ac:spMkLst>
        </pc:spChg>
        <pc:picChg chg="add mod ord">
          <ac:chgData name="Thurlow, James (IFPRI)" userId="21a02b6a-1baf-4aa4-bf75-185c8473c16f" providerId="ADAL" clId="{B1D073B9-F2B2-4F2C-BA5A-A7E8CB4F6E4F}" dt="2025-12-05T02:11:38.145" v="60" actId="14861"/>
          <ac:picMkLst>
            <pc:docMk/>
            <pc:sldMk cId="2294167586" sldId="431"/>
            <ac:picMk id="4" creationId="{D3ECD4B3-76C5-E8A2-3827-C6E921767E72}"/>
          </ac:picMkLst>
        </pc:picChg>
        <pc:picChg chg="del">
          <ac:chgData name="Thurlow, James (IFPRI)" userId="21a02b6a-1baf-4aa4-bf75-185c8473c16f" providerId="ADAL" clId="{B1D073B9-F2B2-4F2C-BA5A-A7E8CB4F6E4F}" dt="2025-12-05T02:10:07.498" v="22" actId="478"/>
          <ac:picMkLst>
            <pc:docMk/>
            <pc:sldMk cId="2294167586" sldId="431"/>
            <ac:picMk id="5" creationId="{F8967BDB-5A55-0496-8171-9C950BEF1121}"/>
          </ac:picMkLst>
        </pc:picChg>
        <pc:picChg chg="del">
          <ac:chgData name="Thurlow, James (IFPRI)" userId="21a02b6a-1baf-4aa4-bf75-185c8473c16f" providerId="ADAL" clId="{B1D073B9-F2B2-4F2C-BA5A-A7E8CB4F6E4F}" dt="2025-12-05T02:11:01.191" v="49" actId="478"/>
          <ac:picMkLst>
            <pc:docMk/>
            <pc:sldMk cId="2294167586" sldId="431"/>
            <ac:picMk id="7" creationId="{93D5E4BA-3682-C865-C3BA-F9D00F9A281C}"/>
          </ac:picMkLst>
        </pc:picChg>
        <pc:picChg chg="add mod">
          <ac:chgData name="Thurlow, James (IFPRI)" userId="21a02b6a-1baf-4aa4-bf75-185c8473c16f" providerId="ADAL" clId="{B1D073B9-F2B2-4F2C-BA5A-A7E8CB4F6E4F}" dt="2025-12-05T02:11:27.083" v="58" actId="1076"/>
          <ac:picMkLst>
            <pc:docMk/>
            <pc:sldMk cId="2294167586" sldId="431"/>
            <ac:picMk id="14" creationId="{7A99E164-F6D0-3335-A4F8-45913C5DD7A1}"/>
          </ac:picMkLst>
        </pc:picChg>
        <pc:cxnChg chg="mod">
          <ac:chgData name="Thurlow, James (IFPRI)" userId="21a02b6a-1baf-4aa4-bf75-185c8473c16f" providerId="ADAL" clId="{B1D073B9-F2B2-4F2C-BA5A-A7E8CB4F6E4F}" dt="2025-12-05T02:10:28.943" v="40" actId="1076"/>
          <ac:cxnSpMkLst>
            <pc:docMk/>
            <pc:sldMk cId="2294167586" sldId="431"/>
            <ac:cxnSpMk id="9" creationId="{823C396D-27A9-D7CD-566C-185D545F30EC}"/>
          </ac:cxnSpMkLst>
        </pc:cxnChg>
        <pc:cxnChg chg="mod">
          <ac:chgData name="Thurlow, James (IFPRI)" userId="21a02b6a-1baf-4aa4-bf75-185c8473c16f" providerId="ADAL" clId="{B1D073B9-F2B2-4F2C-BA5A-A7E8CB4F6E4F}" dt="2025-12-05T02:10:42.259" v="47" actId="14100"/>
          <ac:cxnSpMkLst>
            <pc:docMk/>
            <pc:sldMk cId="2294167586" sldId="431"/>
            <ac:cxnSpMk id="12" creationId="{B6F68545-3F84-687A-1BD0-E1DC941953A9}"/>
          </ac:cxnSpMkLst>
        </pc:cxnChg>
      </pc:sldChg>
      <pc:sldChg chg="addSp delSp modSp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79586370" sldId="432"/>
        </pc:sldMkLst>
        <pc:spChg chg="add mod">
          <ac:chgData name="Thurlow, James (IFPRI)" userId="21a02b6a-1baf-4aa4-bf75-185c8473c16f" providerId="ADAL" clId="{B1D073B9-F2B2-4F2C-BA5A-A7E8CB4F6E4F}" dt="2025-12-05T02:11:18.101" v="55"/>
          <ac:spMkLst>
            <pc:docMk/>
            <pc:sldMk cId="79586370" sldId="432"/>
            <ac:spMk id="3" creationId="{C0EB8907-C8FF-F38A-C3FA-8DAD92B32A13}"/>
          </ac:spMkLst>
        </pc:spChg>
        <pc:spChg chg="mod">
          <ac:chgData name="Thurlow, James (IFPRI)" userId="21a02b6a-1baf-4aa4-bf75-185c8473c16f" providerId="ADAL" clId="{B1D073B9-F2B2-4F2C-BA5A-A7E8CB4F6E4F}" dt="2025-12-05T02:17:29.060" v="105" actId="1076"/>
          <ac:spMkLst>
            <pc:docMk/>
            <pc:sldMk cId="79586370" sldId="432"/>
            <ac:spMk id="8" creationId="{D7C58C1D-67F5-984E-9DAB-3C1C7E7738F1}"/>
          </ac:spMkLst>
        </pc:spChg>
        <pc:spChg chg="mod">
          <ac:chgData name="Thurlow, James (IFPRI)" userId="21a02b6a-1baf-4aa4-bf75-185c8473c16f" providerId="ADAL" clId="{B1D073B9-F2B2-4F2C-BA5A-A7E8CB4F6E4F}" dt="2025-12-05T02:16:16.962" v="89" actId="1076"/>
          <ac:spMkLst>
            <pc:docMk/>
            <pc:sldMk cId="79586370" sldId="432"/>
            <ac:spMk id="11" creationId="{CC2B85A4-E6CF-BBE0-1F05-6FB1A9FABCB7}"/>
          </ac:spMkLst>
        </pc:spChg>
        <pc:spChg chg="mod">
          <ac:chgData name="Thurlow, James (IFPRI)" userId="21a02b6a-1baf-4aa4-bf75-185c8473c16f" providerId="ADAL" clId="{B1D073B9-F2B2-4F2C-BA5A-A7E8CB4F6E4F}" dt="2025-12-05T02:17:02.203" v="98" actId="14100"/>
          <ac:spMkLst>
            <pc:docMk/>
            <pc:sldMk cId="79586370" sldId="432"/>
            <ac:spMk id="17" creationId="{424F40BF-758C-EB6D-EA8D-7F11CB0A91F8}"/>
          </ac:spMkLst>
        </pc:spChg>
        <pc:picChg chg="del">
          <ac:chgData name="Thurlow, James (IFPRI)" userId="21a02b6a-1baf-4aa4-bf75-185c8473c16f" providerId="ADAL" clId="{B1D073B9-F2B2-4F2C-BA5A-A7E8CB4F6E4F}" dt="2025-12-05T02:14:09.845" v="61" actId="478"/>
          <ac:picMkLst>
            <pc:docMk/>
            <pc:sldMk cId="79586370" sldId="432"/>
            <ac:picMk id="4" creationId="{56022339-8359-0B50-CE35-9726E16F5A73}"/>
          </ac:picMkLst>
        </pc:picChg>
        <pc:picChg chg="add del mod">
          <ac:chgData name="Thurlow, James (IFPRI)" userId="21a02b6a-1baf-4aa4-bf75-185c8473c16f" providerId="ADAL" clId="{B1D073B9-F2B2-4F2C-BA5A-A7E8CB4F6E4F}" dt="2025-12-05T02:14:26.086" v="66" actId="478"/>
          <ac:picMkLst>
            <pc:docMk/>
            <pc:sldMk cId="79586370" sldId="432"/>
            <ac:picMk id="6" creationId="{1D65126E-2E83-6B1E-B3C2-CC1592C7C542}"/>
          </ac:picMkLst>
        </pc:picChg>
        <pc:picChg chg="del">
          <ac:chgData name="Thurlow, James (IFPRI)" userId="21a02b6a-1baf-4aa4-bf75-185c8473c16f" providerId="ADAL" clId="{B1D073B9-F2B2-4F2C-BA5A-A7E8CB4F6E4F}" dt="2025-12-05T02:17:45.493" v="107" actId="478"/>
          <ac:picMkLst>
            <pc:docMk/>
            <pc:sldMk cId="79586370" sldId="432"/>
            <ac:picMk id="10" creationId="{927757DD-F81A-96B2-354E-94B3408CEFCD}"/>
          </ac:picMkLst>
        </pc:picChg>
        <pc:picChg chg="add del mod ord">
          <ac:chgData name="Thurlow, James (IFPRI)" userId="21a02b6a-1baf-4aa4-bf75-185c8473c16f" providerId="ADAL" clId="{B1D073B9-F2B2-4F2C-BA5A-A7E8CB4F6E4F}" dt="2025-12-05T02:16:46.682" v="91" actId="478"/>
          <ac:picMkLst>
            <pc:docMk/>
            <pc:sldMk cId="79586370" sldId="432"/>
            <ac:picMk id="13" creationId="{0DC84160-1A63-2331-B2E8-6D08437F7EBF}"/>
          </ac:picMkLst>
        </pc:picChg>
        <pc:picChg chg="add mod ord">
          <ac:chgData name="Thurlow, James (IFPRI)" userId="21a02b6a-1baf-4aa4-bf75-185c8473c16f" providerId="ADAL" clId="{B1D073B9-F2B2-4F2C-BA5A-A7E8CB4F6E4F}" dt="2025-12-05T02:17:52.134" v="110" actId="14861"/>
          <ac:picMkLst>
            <pc:docMk/>
            <pc:sldMk cId="79586370" sldId="432"/>
            <ac:picMk id="16" creationId="{DA03960E-0F12-ADAC-532B-D9FB3ACBF205}"/>
          </ac:picMkLst>
        </pc:picChg>
        <pc:picChg chg="add mod">
          <ac:chgData name="Thurlow, James (IFPRI)" userId="21a02b6a-1baf-4aa4-bf75-185c8473c16f" providerId="ADAL" clId="{B1D073B9-F2B2-4F2C-BA5A-A7E8CB4F6E4F}" dt="2025-12-05T02:17:52.134" v="110" actId="14861"/>
          <ac:picMkLst>
            <pc:docMk/>
            <pc:sldMk cId="79586370" sldId="432"/>
            <ac:picMk id="22" creationId="{6AB7CF99-5F4D-C965-F414-33CC68B7FA35}"/>
          </ac:picMkLst>
        </pc:picChg>
        <pc:cxnChg chg="mod">
          <ac:chgData name="Thurlow, James (IFPRI)" userId="21a02b6a-1baf-4aa4-bf75-185c8473c16f" providerId="ADAL" clId="{B1D073B9-F2B2-4F2C-BA5A-A7E8CB4F6E4F}" dt="2025-12-05T02:17:33.118" v="106" actId="14100"/>
          <ac:cxnSpMkLst>
            <pc:docMk/>
            <pc:sldMk cId="79586370" sldId="432"/>
            <ac:cxnSpMk id="9" creationId="{7A22E650-5364-81D6-B351-680D80A814E5}"/>
          </ac:cxnSpMkLst>
        </pc:cxnChg>
        <pc:cxnChg chg="mod">
          <ac:chgData name="Thurlow, James (IFPRI)" userId="21a02b6a-1baf-4aa4-bf75-185c8473c16f" providerId="ADAL" clId="{B1D073B9-F2B2-4F2C-BA5A-A7E8CB4F6E4F}" dt="2025-12-05T02:17:11.909" v="100" actId="14100"/>
          <ac:cxnSpMkLst>
            <pc:docMk/>
            <pc:sldMk cId="79586370" sldId="432"/>
            <ac:cxnSpMk id="12" creationId="{D626BD61-B084-660E-FEF9-4EAC7771741C}"/>
          </ac:cxnSpMkLst>
        </pc:cxnChg>
        <pc:cxnChg chg="mod">
          <ac:chgData name="Thurlow, James (IFPRI)" userId="21a02b6a-1baf-4aa4-bf75-185c8473c16f" providerId="ADAL" clId="{B1D073B9-F2B2-4F2C-BA5A-A7E8CB4F6E4F}" dt="2025-12-05T02:14:59.322" v="77" actId="1076"/>
          <ac:cxnSpMkLst>
            <pc:docMk/>
            <pc:sldMk cId="79586370" sldId="432"/>
            <ac:cxnSpMk id="15" creationId="{911AA05B-45D3-D935-E63C-588525290461}"/>
          </ac:cxnSpMkLst>
        </pc:cxnChg>
      </pc:sldChg>
      <pc:sldChg chg="modSp mod">
        <pc:chgData name="Thurlow, James (IFPRI)" userId="21a02b6a-1baf-4aa4-bf75-185c8473c16f" providerId="ADAL" clId="{B1D073B9-F2B2-4F2C-BA5A-A7E8CB4F6E4F}" dt="2025-12-05T02:08:11.691" v="19" actId="20577"/>
        <pc:sldMkLst>
          <pc:docMk/>
          <pc:sldMk cId="3137087315" sldId="433"/>
        </pc:sldMkLst>
        <pc:spChg chg="mod">
          <ac:chgData name="Thurlow, James (IFPRI)" userId="21a02b6a-1baf-4aa4-bf75-185c8473c16f" providerId="ADAL" clId="{B1D073B9-F2B2-4F2C-BA5A-A7E8CB4F6E4F}" dt="2025-12-05T02:08:11.691" v="19" actId="20577"/>
          <ac:spMkLst>
            <pc:docMk/>
            <pc:sldMk cId="3137087315" sldId="433"/>
            <ac:spMk id="2" creationId="{12AB26A5-C6D2-8EEA-547F-669FE98D0ADF}"/>
          </ac:spMkLst>
        </pc:spChg>
      </pc:sldChg>
      <pc:sldChg chg="modSp mod">
        <pc:chgData name="Thurlow, James (IFPRI)" userId="21a02b6a-1baf-4aa4-bf75-185c8473c16f" providerId="ADAL" clId="{B1D073B9-F2B2-4F2C-BA5A-A7E8CB4F6E4F}" dt="2025-12-06T04:15:10.008" v="1905"/>
        <pc:sldMkLst>
          <pc:docMk/>
          <pc:sldMk cId="1672168740" sldId="435"/>
        </pc:sldMkLst>
        <pc:spChg chg="mod">
          <ac:chgData name="Thurlow, James (IFPRI)" userId="21a02b6a-1baf-4aa4-bf75-185c8473c16f" providerId="ADAL" clId="{B1D073B9-F2B2-4F2C-BA5A-A7E8CB4F6E4F}" dt="2025-12-06T04:15:10.008" v="1905"/>
          <ac:spMkLst>
            <pc:docMk/>
            <pc:sldMk cId="1672168740" sldId="435"/>
            <ac:spMk id="3" creationId="{DF295F9E-19E8-89BF-704F-804CCCCB8EDB}"/>
          </ac:spMkLst>
        </pc:spChg>
      </pc:sldChg>
      <pc:sldChg chg="modSp mod">
        <pc:chgData name="Thurlow, James (IFPRI)" userId="21a02b6a-1baf-4aa4-bf75-185c8473c16f" providerId="ADAL" clId="{B1D073B9-F2B2-4F2C-BA5A-A7E8CB4F6E4F}" dt="2025-12-06T04:15:04.341" v="1903" actId="20577"/>
        <pc:sldMkLst>
          <pc:docMk/>
          <pc:sldMk cId="3937233060" sldId="436"/>
        </pc:sldMkLst>
        <pc:spChg chg="mod">
          <ac:chgData name="Thurlow, James (IFPRI)" userId="21a02b6a-1baf-4aa4-bf75-185c8473c16f" providerId="ADAL" clId="{B1D073B9-F2B2-4F2C-BA5A-A7E8CB4F6E4F}" dt="2025-12-06T04:15:04.341" v="1903" actId="20577"/>
          <ac:spMkLst>
            <pc:docMk/>
            <pc:sldMk cId="3937233060" sldId="436"/>
            <ac:spMk id="3" creationId="{C2C370F3-A863-9D2C-5B76-466C2CD09873}"/>
          </ac:spMkLst>
        </pc:spChg>
      </pc:sldChg>
      <pc:sldChg chg="modSp mod">
        <pc:chgData name="Thurlow, James (IFPRI)" userId="21a02b6a-1baf-4aa4-bf75-185c8473c16f" providerId="ADAL" clId="{B1D073B9-F2B2-4F2C-BA5A-A7E8CB4F6E4F}" dt="2025-12-06T04:15:07.921" v="1904"/>
        <pc:sldMkLst>
          <pc:docMk/>
          <pc:sldMk cId="264093075" sldId="437"/>
        </pc:sldMkLst>
        <pc:spChg chg="mod">
          <ac:chgData name="Thurlow, James (IFPRI)" userId="21a02b6a-1baf-4aa4-bf75-185c8473c16f" providerId="ADAL" clId="{B1D073B9-F2B2-4F2C-BA5A-A7E8CB4F6E4F}" dt="2025-12-06T03:07:38.837" v="1485" actId="20577"/>
          <ac:spMkLst>
            <pc:docMk/>
            <pc:sldMk cId="264093075" sldId="437"/>
            <ac:spMk id="2" creationId="{CF1C8597-5327-7B71-47E7-18021F1299B4}"/>
          </ac:spMkLst>
        </pc:spChg>
        <pc:spChg chg="mod">
          <ac:chgData name="Thurlow, James (IFPRI)" userId="21a02b6a-1baf-4aa4-bf75-185c8473c16f" providerId="ADAL" clId="{B1D073B9-F2B2-4F2C-BA5A-A7E8CB4F6E4F}" dt="2025-12-06T04:15:07.921" v="1904"/>
          <ac:spMkLst>
            <pc:docMk/>
            <pc:sldMk cId="264093075" sldId="437"/>
            <ac:spMk id="3" creationId="{659FD173-218B-780C-BB36-A41E0A5DB45D}"/>
          </ac:spMkLst>
        </pc:spChg>
      </pc:sldChg>
      <pc:sldChg chg="modSp del mod">
        <pc:chgData name="Thurlow, James (IFPRI)" userId="21a02b6a-1baf-4aa4-bf75-185c8473c16f" providerId="ADAL" clId="{B1D073B9-F2B2-4F2C-BA5A-A7E8CB4F6E4F}" dt="2025-12-06T03:08:06.824" v="1487" actId="47"/>
        <pc:sldMkLst>
          <pc:docMk/>
          <pc:sldMk cId="3728688846" sldId="439"/>
        </pc:sldMkLst>
        <pc:spChg chg="mod">
          <ac:chgData name="Thurlow, James (IFPRI)" userId="21a02b6a-1baf-4aa4-bf75-185c8473c16f" providerId="ADAL" clId="{B1D073B9-F2B2-4F2C-BA5A-A7E8CB4F6E4F}" dt="2025-12-05T02:08:14.503" v="21" actId="20577"/>
          <ac:spMkLst>
            <pc:docMk/>
            <pc:sldMk cId="3728688846" sldId="439"/>
            <ac:spMk id="2" creationId="{53928BBF-FE2F-4610-0FD5-40AEDD598EC0}"/>
          </ac:spMkLst>
        </pc:spChg>
      </pc:sldChg>
      <pc:sldChg chg="del">
        <pc:chgData name="Thurlow, James (IFPRI)" userId="21a02b6a-1baf-4aa4-bf75-185c8473c16f" providerId="ADAL" clId="{B1D073B9-F2B2-4F2C-BA5A-A7E8CB4F6E4F}" dt="2025-12-06T03:08:06.824" v="1487" actId="47"/>
        <pc:sldMkLst>
          <pc:docMk/>
          <pc:sldMk cId="8124838" sldId="440"/>
        </pc:sldMkLst>
      </pc:sldChg>
      <pc:sldChg chg="del">
        <pc:chgData name="Thurlow, James (IFPRI)" userId="21a02b6a-1baf-4aa4-bf75-185c8473c16f" providerId="ADAL" clId="{B1D073B9-F2B2-4F2C-BA5A-A7E8CB4F6E4F}" dt="2025-12-06T03:08:06.824" v="1487" actId="47"/>
        <pc:sldMkLst>
          <pc:docMk/>
          <pc:sldMk cId="2480334581" sldId="441"/>
        </pc:sldMkLst>
      </pc:sldChg>
      <pc:sldChg chg="del">
        <pc:chgData name="Thurlow, James (IFPRI)" userId="21a02b6a-1baf-4aa4-bf75-185c8473c16f" providerId="ADAL" clId="{B1D073B9-F2B2-4F2C-BA5A-A7E8CB4F6E4F}" dt="2025-12-06T03:08:06.824" v="1487" actId="47"/>
        <pc:sldMkLst>
          <pc:docMk/>
          <pc:sldMk cId="30430257" sldId="442"/>
        </pc:sldMkLst>
      </pc:sldChg>
      <pc:sldChg chg="del">
        <pc:chgData name="Thurlow, James (IFPRI)" userId="21a02b6a-1baf-4aa4-bf75-185c8473c16f" providerId="ADAL" clId="{B1D073B9-F2B2-4F2C-BA5A-A7E8CB4F6E4F}" dt="2025-12-05T02:31:12.183" v="400" actId="47"/>
        <pc:sldMkLst>
          <pc:docMk/>
          <pc:sldMk cId="1337093786" sldId="443"/>
        </pc:sldMkLst>
      </pc:sldChg>
      <pc:sldChg chg="del">
        <pc:chgData name="Thurlow, James (IFPRI)" userId="21a02b6a-1baf-4aa4-bf75-185c8473c16f" providerId="ADAL" clId="{B1D073B9-F2B2-4F2C-BA5A-A7E8CB4F6E4F}" dt="2025-12-06T03:08:06.824" v="1487" actId="47"/>
        <pc:sldMkLst>
          <pc:docMk/>
          <pc:sldMk cId="442370818" sldId="444"/>
        </pc:sldMkLst>
      </pc:sldChg>
      <pc:sldChg chg="del">
        <pc:chgData name="Thurlow, James (IFPRI)" userId="21a02b6a-1baf-4aa4-bf75-185c8473c16f" providerId="ADAL" clId="{B1D073B9-F2B2-4F2C-BA5A-A7E8CB4F6E4F}" dt="2025-12-06T03:08:06.824" v="1487" actId="47"/>
        <pc:sldMkLst>
          <pc:docMk/>
          <pc:sldMk cId="227919268" sldId="445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412255031" sldId="446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370273499" sldId="447"/>
        </pc:sldMkLst>
      </pc:sldChg>
      <pc:sldChg chg="del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2617133808" sldId="448"/>
        </pc:sldMkLst>
      </pc:sldChg>
      <pc:sldChg chg="modSp add del mod">
        <pc:chgData name="Thurlow, James (IFPRI)" userId="21a02b6a-1baf-4aa4-bf75-185c8473c16f" providerId="ADAL" clId="{B1D073B9-F2B2-4F2C-BA5A-A7E8CB4F6E4F}" dt="2025-12-05T02:24:06.855" v="157" actId="47"/>
        <pc:sldMkLst>
          <pc:docMk/>
          <pc:sldMk cId="2513741648" sldId="449"/>
        </pc:sldMkLst>
        <pc:spChg chg="mod">
          <ac:chgData name="Thurlow, James (IFPRI)" userId="21a02b6a-1baf-4aa4-bf75-185c8473c16f" providerId="ADAL" clId="{B1D073B9-F2B2-4F2C-BA5A-A7E8CB4F6E4F}" dt="2025-12-05T02:20:04.553" v="151" actId="20577"/>
          <ac:spMkLst>
            <pc:docMk/>
            <pc:sldMk cId="2513741648" sldId="449"/>
            <ac:spMk id="2" creationId="{E576FC88-9489-B929-D7E2-AA4921D722A5}"/>
          </ac:spMkLst>
        </pc:spChg>
      </pc:sldChg>
      <pc:sldChg chg="addSp delSp modSp add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628969557" sldId="450"/>
        </pc:sldMkLst>
        <pc:spChg chg="mod">
          <ac:chgData name="Thurlow, James (IFPRI)" userId="21a02b6a-1baf-4aa4-bf75-185c8473c16f" providerId="ADAL" clId="{B1D073B9-F2B2-4F2C-BA5A-A7E8CB4F6E4F}" dt="2025-12-05T02:28:50.963" v="253" actId="6549"/>
          <ac:spMkLst>
            <pc:docMk/>
            <pc:sldMk cId="628969557" sldId="450"/>
            <ac:spMk id="2" creationId="{E576FC88-9489-B929-D7E2-AA4921D722A5}"/>
          </ac:spMkLst>
        </pc:spChg>
        <pc:spChg chg="add del mod">
          <ac:chgData name="Thurlow, James (IFPRI)" userId="21a02b6a-1baf-4aa4-bf75-185c8473c16f" providerId="ADAL" clId="{B1D073B9-F2B2-4F2C-BA5A-A7E8CB4F6E4F}" dt="2025-12-05T02:26:38.294" v="202" actId="478"/>
          <ac:spMkLst>
            <pc:docMk/>
            <pc:sldMk cId="628969557" sldId="450"/>
            <ac:spMk id="7" creationId="{CDBB4839-9475-5FE9-50E5-19DD65631329}"/>
          </ac:spMkLst>
        </pc:spChg>
        <pc:spChg chg="add del mod">
          <ac:chgData name="Thurlow, James (IFPRI)" userId="21a02b6a-1baf-4aa4-bf75-185c8473c16f" providerId="ADAL" clId="{B1D073B9-F2B2-4F2C-BA5A-A7E8CB4F6E4F}" dt="2025-12-05T02:26:38.294" v="202" actId="478"/>
          <ac:spMkLst>
            <pc:docMk/>
            <pc:sldMk cId="628969557" sldId="450"/>
            <ac:spMk id="8" creationId="{7538A1E4-2EF4-9A6B-C180-FE0D367C3996}"/>
          </ac:spMkLst>
        </pc:spChg>
        <pc:spChg chg="add del mod">
          <ac:chgData name="Thurlow, James (IFPRI)" userId="21a02b6a-1baf-4aa4-bf75-185c8473c16f" providerId="ADAL" clId="{B1D073B9-F2B2-4F2C-BA5A-A7E8CB4F6E4F}" dt="2025-12-05T02:26:38.294" v="202" actId="478"/>
          <ac:spMkLst>
            <pc:docMk/>
            <pc:sldMk cId="628969557" sldId="450"/>
            <ac:spMk id="10" creationId="{426D9D69-2DBF-EAF6-09FD-C7ECF0449C0D}"/>
          </ac:spMkLst>
        </pc:spChg>
        <pc:spChg chg="add mod">
          <ac:chgData name="Thurlow, James (IFPRI)" userId="21a02b6a-1baf-4aa4-bf75-185c8473c16f" providerId="ADAL" clId="{B1D073B9-F2B2-4F2C-BA5A-A7E8CB4F6E4F}" dt="2025-12-05T02:27:18.618" v="238" actId="1076"/>
          <ac:spMkLst>
            <pc:docMk/>
            <pc:sldMk cId="628969557" sldId="450"/>
            <ac:spMk id="12" creationId="{2D644148-E63A-9154-012E-26460A145E9C}"/>
          </ac:spMkLst>
        </pc:spChg>
        <pc:spChg chg="add mod">
          <ac:chgData name="Thurlow, James (IFPRI)" userId="21a02b6a-1baf-4aa4-bf75-185c8473c16f" providerId="ADAL" clId="{B1D073B9-F2B2-4F2C-BA5A-A7E8CB4F6E4F}" dt="2025-12-05T02:27:22.429" v="239" actId="1076"/>
          <ac:spMkLst>
            <pc:docMk/>
            <pc:sldMk cId="628969557" sldId="450"/>
            <ac:spMk id="13" creationId="{9D006382-1F7C-E075-A295-DD55F03A4501}"/>
          </ac:spMkLst>
        </pc:spChg>
        <pc:spChg chg="add mod">
          <ac:chgData name="Thurlow, James (IFPRI)" userId="21a02b6a-1baf-4aa4-bf75-185c8473c16f" providerId="ADAL" clId="{B1D073B9-F2B2-4F2C-BA5A-A7E8CB4F6E4F}" dt="2025-12-05T02:27:17.127" v="237" actId="1076"/>
          <ac:spMkLst>
            <pc:docMk/>
            <pc:sldMk cId="628969557" sldId="450"/>
            <ac:spMk id="14" creationId="{828F1587-E2C4-FCA9-74BB-7F8A32B83159}"/>
          </ac:spMkLst>
        </pc:spChg>
        <pc:spChg chg="del">
          <ac:chgData name="Thurlow, James (IFPRI)" userId="21a02b6a-1baf-4aa4-bf75-185c8473c16f" providerId="ADAL" clId="{B1D073B9-F2B2-4F2C-BA5A-A7E8CB4F6E4F}" dt="2025-12-05T02:25:40.753" v="162" actId="478"/>
          <ac:spMkLst>
            <pc:docMk/>
            <pc:sldMk cId="628969557" sldId="450"/>
            <ac:spMk id="28" creationId="{50CDB25D-62F9-D2C0-EB9B-8543FF784B4E}"/>
          </ac:spMkLst>
        </pc:spChg>
        <pc:picChg chg="mod">
          <ac:chgData name="Thurlow, James (IFPRI)" userId="21a02b6a-1baf-4aa4-bf75-185c8473c16f" providerId="ADAL" clId="{B1D073B9-F2B2-4F2C-BA5A-A7E8CB4F6E4F}" dt="2025-12-05T02:25:46.063" v="165" actId="1076"/>
          <ac:picMkLst>
            <pc:docMk/>
            <pc:sldMk cId="628969557" sldId="450"/>
            <ac:picMk id="11" creationId="{9D1690D2-46A3-2E16-E706-524ADB19D00B}"/>
          </ac:picMkLst>
        </pc:picChg>
        <pc:picChg chg="mod">
          <ac:chgData name="Thurlow, James (IFPRI)" userId="21a02b6a-1baf-4aa4-bf75-185c8473c16f" providerId="ADAL" clId="{B1D073B9-F2B2-4F2C-BA5A-A7E8CB4F6E4F}" dt="2025-12-05T02:26:54.419" v="215" actId="1076"/>
          <ac:picMkLst>
            <pc:docMk/>
            <pc:sldMk cId="628969557" sldId="450"/>
            <ac:picMk id="99" creationId="{84A72562-43E6-EAEC-0C8E-38F32D4F816E}"/>
          </ac:picMkLst>
        </pc:picChg>
      </pc:sldChg>
      <pc:sldChg chg="addSp delSp modSp add del mod">
        <pc:chgData name="Thurlow, James (IFPRI)" userId="21a02b6a-1baf-4aa4-bf75-185c8473c16f" providerId="ADAL" clId="{B1D073B9-F2B2-4F2C-BA5A-A7E8CB4F6E4F}" dt="2025-12-06T03:07:52.258" v="1486" actId="47"/>
        <pc:sldMkLst>
          <pc:docMk/>
          <pc:sldMk cId="1154389443" sldId="451"/>
        </pc:sldMkLst>
        <pc:spChg chg="mod">
          <ac:chgData name="Thurlow, James (IFPRI)" userId="21a02b6a-1baf-4aa4-bf75-185c8473c16f" providerId="ADAL" clId="{B1D073B9-F2B2-4F2C-BA5A-A7E8CB4F6E4F}" dt="2025-12-05T02:29:09.113" v="266"/>
          <ac:spMkLst>
            <pc:docMk/>
            <pc:sldMk cId="1154389443" sldId="451"/>
            <ac:spMk id="2" creationId="{0E9E0F92-C7FB-C654-5424-7173EEA8EDCD}"/>
          </ac:spMkLst>
        </pc:spChg>
        <pc:spChg chg="del">
          <ac:chgData name="Thurlow, James (IFPRI)" userId="21a02b6a-1baf-4aa4-bf75-185c8473c16f" providerId="ADAL" clId="{B1D073B9-F2B2-4F2C-BA5A-A7E8CB4F6E4F}" dt="2025-12-05T02:29:28.388" v="275" actId="478"/>
          <ac:spMkLst>
            <pc:docMk/>
            <pc:sldMk cId="1154389443" sldId="451"/>
            <ac:spMk id="10" creationId="{DCA70A95-E9F9-B781-04A1-898D5FCE5BA0}"/>
          </ac:spMkLst>
        </pc:spChg>
        <pc:spChg chg="add mod">
          <ac:chgData name="Thurlow, James (IFPRI)" userId="21a02b6a-1baf-4aa4-bf75-185c8473c16f" providerId="ADAL" clId="{B1D073B9-F2B2-4F2C-BA5A-A7E8CB4F6E4F}" dt="2025-12-05T02:30:11.886" v="349" actId="1076"/>
          <ac:spMkLst>
            <pc:docMk/>
            <pc:sldMk cId="1154389443" sldId="451"/>
            <ac:spMk id="12" creationId="{E4D95DC4-C8FB-279F-66AB-CB7810548EE2}"/>
          </ac:spMkLst>
        </pc:spChg>
        <pc:spChg chg="add mod">
          <ac:chgData name="Thurlow, James (IFPRI)" userId="21a02b6a-1baf-4aa4-bf75-185c8473c16f" providerId="ADAL" clId="{B1D073B9-F2B2-4F2C-BA5A-A7E8CB4F6E4F}" dt="2025-12-05T02:30:38.390" v="396" actId="1076"/>
          <ac:spMkLst>
            <pc:docMk/>
            <pc:sldMk cId="1154389443" sldId="451"/>
            <ac:spMk id="16" creationId="{0B0120DF-5FB8-E790-BDBE-91CA932B0867}"/>
          </ac:spMkLst>
        </pc:spChg>
        <pc:spChg chg="mod">
          <ac:chgData name="Thurlow, James (IFPRI)" userId="21a02b6a-1baf-4aa4-bf75-185c8473c16f" providerId="ADAL" clId="{B1D073B9-F2B2-4F2C-BA5A-A7E8CB4F6E4F}" dt="2025-12-05T02:29:51.132" v="313" actId="1076"/>
          <ac:spMkLst>
            <pc:docMk/>
            <pc:sldMk cId="1154389443" sldId="451"/>
            <ac:spMk id="19" creationId="{7CAF13BE-7902-684A-45C3-681A4F0306D1}"/>
          </ac:spMkLst>
        </pc:spChg>
        <pc:spChg chg="del">
          <ac:chgData name="Thurlow, James (IFPRI)" userId="21a02b6a-1baf-4aa4-bf75-185c8473c16f" providerId="ADAL" clId="{B1D073B9-F2B2-4F2C-BA5A-A7E8CB4F6E4F}" dt="2025-12-05T02:29:21.329" v="270" actId="478"/>
          <ac:spMkLst>
            <pc:docMk/>
            <pc:sldMk cId="1154389443" sldId="451"/>
            <ac:spMk id="27" creationId="{483789F4-3964-7C9A-9634-8ABCD10D1200}"/>
          </ac:spMkLst>
        </pc:spChg>
        <pc:picChg chg="del">
          <ac:chgData name="Thurlow, James (IFPRI)" userId="21a02b6a-1baf-4aa4-bf75-185c8473c16f" providerId="ADAL" clId="{B1D073B9-F2B2-4F2C-BA5A-A7E8CB4F6E4F}" dt="2025-12-05T02:28:12.218" v="240" actId="478"/>
          <ac:picMkLst>
            <pc:docMk/>
            <pc:sldMk cId="1154389443" sldId="451"/>
            <ac:picMk id="4" creationId="{D32F7A76-9EAC-4619-7CE7-5143FD42544C}"/>
          </ac:picMkLst>
        </pc:picChg>
        <pc:picChg chg="add mod ord">
          <ac:chgData name="Thurlow, James (IFPRI)" userId="21a02b6a-1baf-4aa4-bf75-185c8473c16f" providerId="ADAL" clId="{B1D073B9-F2B2-4F2C-BA5A-A7E8CB4F6E4F}" dt="2025-12-05T02:28:45.152" v="252" actId="14861"/>
          <ac:picMkLst>
            <pc:docMk/>
            <pc:sldMk cId="1154389443" sldId="451"/>
            <ac:picMk id="5" creationId="{2D4FA705-594B-54A8-CD62-69E84C5B1D10}"/>
          </ac:picMkLst>
        </pc:picChg>
        <pc:picChg chg="del">
          <ac:chgData name="Thurlow, James (IFPRI)" userId="21a02b6a-1baf-4aa4-bf75-185c8473c16f" providerId="ADAL" clId="{B1D073B9-F2B2-4F2C-BA5A-A7E8CB4F6E4F}" dt="2025-12-05T02:28:33.194" v="246" actId="478"/>
          <ac:picMkLst>
            <pc:docMk/>
            <pc:sldMk cId="1154389443" sldId="451"/>
            <ac:picMk id="7" creationId="{9DD065B8-B4E3-BD1E-22FC-7F057DF57FF8}"/>
          </ac:picMkLst>
        </pc:picChg>
        <pc:picChg chg="add mod">
          <ac:chgData name="Thurlow, James (IFPRI)" userId="21a02b6a-1baf-4aa4-bf75-185c8473c16f" providerId="ADAL" clId="{B1D073B9-F2B2-4F2C-BA5A-A7E8CB4F6E4F}" dt="2025-12-05T02:28:45.152" v="252" actId="14861"/>
          <ac:picMkLst>
            <pc:docMk/>
            <pc:sldMk cId="1154389443" sldId="451"/>
            <ac:picMk id="8" creationId="{07579B48-485F-85D7-479C-D67D360A404E}"/>
          </ac:picMkLst>
        </pc:picChg>
        <pc:cxnChg chg="del">
          <ac:chgData name="Thurlow, James (IFPRI)" userId="21a02b6a-1baf-4aa4-bf75-185c8473c16f" providerId="ADAL" clId="{B1D073B9-F2B2-4F2C-BA5A-A7E8CB4F6E4F}" dt="2025-12-05T02:29:20.027" v="269" actId="478"/>
          <ac:cxnSpMkLst>
            <pc:docMk/>
            <pc:sldMk cId="1154389443" sldId="451"/>
            <ac:cxnSpMk id="11" creationId="{8565AA37-3786-CB70-0986-577397227216}"/>
          </ac:cxnSpMkLst>
        </pc:cxnChg>
        <pc:cxnChg chg="del">
          <ac:chgData name="Thurlow, James (IFPRI)" userId="21a02b6a-1baf-4aa4-bf75-185c8473c16f" providerId="ADAL" clId="{B1D073B9-F2B2-4F2C-BA5A-A7E8CB4F6E4F}" dt="2025-12-05T02:29:27.263" v="274" actId="478"/>
          <ac:cxnSpMkLst>
            <pc:docMk/>
            <pc:sldMk cId="1154389443" sldId="451"/>
            <ac:cxnSpMk id="13" creationId="{80AE5DAF-35FD-D205-80F7-C56E879BE568}"/>
          </ac:cxnSpMkLst>
        </pc:cxnChg>
        <pc:cxnChg chg="add mod">
          <ac:chgData name="Thurlow, James (IFPRI)" userId="21a02b6a-1baf-4aa4-bf75-185c8473c16f" providerId="ADAL" clId="{B1D073B9-F2B2-4F2C-BA5A-A7E8CB4F6E4F}" dt="2025-12-05T02:30:01.391" v="316" actId="1076"/>
          <ac:cxnSpMkLst>
            <pc:docMk/>
            <pc:sldMk cId="1154389443" sldId="451"/>
            <ac:cxnSpMk id="14" creationId="{995D7330-47DE-5192-BD5B-6F8A41C46713}"/>
          </ac:cxnSpMkLst>
        </pc:cxnChg>
        <pc:cxnChg chg="add mod">
          <ac:chgData name="Thurlow, James (IFPRI)" userId="21a02b6a-1baf-4aa4-bf75-185c8473c16f" providerId="ADAL" clId="{B1D073B9-F2B2-4F2C-BA5A-A7E8CB4F6E4F}" dt="2025-12-05T02:30:17.720" v="351" actId="1076"/>
          <ac:cxnSpMkLst>
            <pc:docMk/>
            <pc:sldMk cId="1154389443" sldId="451"/>
            <ac:cxnSpMk id="15" creationId="{E90485C1-2A09-A780-5E9F-76CD32CDD2ED}"/>
          </ac:cxnSpMkLst>
        </pc:cxnChg>
        <pc:cxnChg chg="mod">
          <ac:chgData name="Thurlow, James (IFPRI)" userId="21a02b6a-1baf-4aa4-bf75-185c8473c16f" providerId="ADAL" clId="{B1D073B9-F2B2-4F2C-BA5A-A7E8CB4F6E4F}" dt="2025-12-05T02:29:51.132" v="313" actId="1076"/>
          <ac:cxnSpMkLst>
            <pc:docMk/>
            <pc:sldMk cId="1154389443" sldId="451"/>
            <ac:cxnSpMk id="23" creationId="{78A997EF-48C9-47D9-2ED3-A4586F374FC5}"/>
          </ac:cxnSpMkLst>
        </pc:cxnChg>
        <pc:cxnChg chg="del">
          <ac:chgData name="Thurlow, James (IFPRI)" userId="21a02b6a-1baf-4aa4-bf75-185c8473c16f" providerId="ADAL" clId="{B1D073B9-F2B2-4F2C-BA5A-A7E8CB4F6E4F}" dt="2025-12-05T02:29:22.389" v="271" actId="478"/>
          <ac:cxnSpMkLst>
            <pc:docMk/>
            <pc:sldMk cId="1154389443" sldId="451"/>
            <ac:cxnSpMk id="25" creationId="{20EEADF6-79F5-9AC3-B8ED-19C57EBB4733}"/>
          </ac:cxnSpMkLst>
        </pc:cxnChg>
      </pc:sldChg>
      <pc:sldChg chg="modSp add mod">
        <pc:chgData name="Thurlow, James (IFPRI)" userId="21a02b6a-1baf-4aa4-bf75-185c8473c16f" providerId="ADAL" clId="{B1D073B9-F2B2-4F2C-BA5A-A7E8CB4F6E4F}" dt="2025-12-06T06:14:40.774" v="1909" actId="20577"/>
        <pc:sldMkLst>
          <pc:docMk/>
          <pc:sldMk cId="1841907454" sldId="452"/>
        </pc:sldMkLst>
        <pc:spChg chg="mod">
          <ac:chgData name="Thurlow, James (IFPRI)" userId="21a02b6a-1baf-4aa4-bf75-185c8473c16f" providerId="ADAL" clId="{B1D073B9-F2B2-4F2C-BA5A-A7E8CB4F6E4F}" dt="2025-12-06T02:58:22.488" v="417" actId="20577"/>
          <ac:spMkLst>
            <pc:docMk/>
            <pc:sldMk cId="1841907454" sldId="452"/>
            <ac:spMk id="2" creationId="{F141BE2A-E7A8-3105-0885-0B8B733C37E7}"/>
          </ac:spMkLst>
        </pc:spChg>
        <pc:spChg chg="mod">
          <ac:chgData name="Thurlow, James (IFPRI)" userId="21a02b6a-1baf-4aa4-bf75-185c8473c16f" providerId="ADAL" clId="{B1D073B9-F2B2-4F2C-BA5A-A7E8CB4F6E4F}" dt="2025-12-06T06:14:40.774" v="1909" actId="20577"/>
          <ac:spMkLst>
            <pc:docMk/>
            <pc:sldMk cId="1841907454" sldId="452"/>
            <ac:spMk id="3" creationId="{26AE3E9D-6721-D86C-CD3B-CB01495FFEBC}"/>
          </ac:spMkLst>
        </pc:spChg>
      </pc:sldChg>
      <pc:sldChg chg="modSp add mod">
        <pc:chgData name="Thurlow, James (IFPRI)" userId="21a02b6a-1baf-4aa4-bf75-185c8473c16f" providerId="ADAL" clId="{B1D073B9-F2B2-4F2C-BA5A-A7E8CB4F6E4F}" dt="2025-12-06T04:15:17.379" v="1907"/>
        <pc:sldMkLst>
          <pc:docMk/>
          <pc:sldMk cId="3269925198" sldId="453"/>
        </pc:sldMkLst>
        <pc:spChg chg="mod">
          <ac:chgData name="Thurlow, James (IFPRI)" userId="21a02b6a-1baf-4aa4-bf75-185c8473c16f" providerId="ADAL" clId="{B1D073B9-F2B2-4F2C-BA5A-A7E8CB4F6E4F}" dt="2025-12-06T03:02:45.160" v="930" actId="20577"/>
          <ac:spMkLst>
            <pc:docMk/>
            <pc:sldMk cId="3269925198" sldId="453"/>
            <ac:spMk id="2" creationId="{8707835F-6099-C943-9336-E7F5F041C4FA}"/>
          </ac:spMkLst>
        </pc:spChg>
        <pc:spChg chg="mod">
          <ac:chgData name="Thurlow, James (IFPRI)" userId="21a02b6a-1baf-4aa4-bf75-185c8473c16f" providerId="ADAL" clId="{B1D073B9-F2B2-4F2C-BA5A-A7E8CB4F6E4F}" dt="2025-12-06T04:15:17.379" v="1907"/>
          <ac:spMkLst>
            <pc:docMk/>
            <pc:sldMk cId="3269925198" sldId="453"/>
            <ac:spMk id="3" creationId="{CA314FD6-30D3-10D6-11A0-2A3B18E75640}"/>
          </ac:spMkLst>
        </pc:spChg>
      </pc:sldChg>
      <pc:sldChg chg="modSp add mod">
        <pc:chgData name="Thurlow, James (IFPRI)" userId="21a02b6a-1baf-4aa4-bf75-185c8473c16f" providerId="ADAL" clId="{B1D073B9-F2B2-4F2C-BA5A-A7E8CB4F6E4F}" dt="2025-12-06T04:15:19.352" v="1908"/>
        <pc:sldMkLst>
          <pc:docMk/>
          <pc:sldMk cId="3355360438" sldId="454"/>
        </pc:sldMkLst>
        <pc:spChg chg="mod">
          <ac:chgData name="Thurlow, James (IFPRI)" userId="21a02b6a-1baf-4aa4-bf75-185c8473c16f" providerId="ADAL" clId="{B1D073B9-F2B2-4F2C-BA5A-A7E8CB4F6E4F}" dt="2025-12-06T03:05:06.076" v="1171" actId="20577"/>
          <ac:spMkLst>
            <pc:docMk/>
            <pc:sldMk cId="3355360438" sldId="454"/>
            <ac:spMk id="2" creationId="{29EA2318-65CA-FF0E-4EB9-96894411349B}"/>
          </ac:spMkLst>
        </pc:spChg>
        <pc:spChg chg="mod">
          <ac:chgData name="Thurlow, James (IFPRI)" userId="21a02b6a-1baf-4aa4-bf75-185c8473c16f" providerId="ADAL" clId="{B1D073B9-F2B2-4F2C-BA5A-A7E8CB4F6E4F}" dt="2025-12-06T04:15:19.352" v="1908"/>
          <ac:spMkLst>
            <pc:docMk/>
            <pc:sldMk cId="3355360438" sldId="454"/>
            <ac:spMk id="3" creationId="{459DBDE3-4D25-1137-99FF-47D76E9AFD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AF3B-F4A9-40C2-92B2-76091F1822F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32C93-7A5B-4C04-BE14-6DF19377F4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DBF43-FFF3-D8EF-E4FC-E1C868B9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AFD2FA-20DD-06AC-4212-06032D6BA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24D79-ECD1-D286-D45B-2DF8B7CAF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88F7-1048-5C48-AB11-A36EC7BA3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32C93-7A5B-4C04-BE14-6DF19377F4B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4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A54A-DB2A-4472-95C4-1E5CB2FB1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2054-BC67-47C8-90F5-F38022FB0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61D8C-B0B0-4DD1-B142-826CCDC8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38A4D-7590-4BBE-90C1-30F946FE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B206-E1EE-4C09-8443-B05AFEC7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1CBF-1806-4F80-9A32-E10C08E6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0" y="128826"/>
            <a:ext cx="11939853" cy="82874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6D96-8CC5-403A-BD96-CBB5E9947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00" y="1025035"/>
            <a:ext cx="11939852" cy="57407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925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682A-C7AA-4611-A904-ACE3570F3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75092-4478-486F-BE6D-C1A44D528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FC539-9B56-41E1-AC39-B05913116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1B2-BD66-445F-A74A-EA0E23E4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CE497-4B5F-4EDA-96ED-E165490E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8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D5E6-0FEF-423D-8006-266F0EA3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C2DD8-7FBB-46DF-98DE-9496A6D6B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FEEE6-616C-49EC-93C0-8EFC685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98775-5C72-4969-806A-51BC8BFE9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DDFFE-F8F5-4FC5-9BE4-695AE291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896DA-22CF-4C2C-983B-BB7160C2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543B-2249-4BAA-8D24-FC7FA83C6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4CE6E-5EAF-45D0-9631-79FCE57D3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821B8-95C2-4AD6-9EB0-073AA385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0A6AB-6156-4EF9-A2F3-262A162AF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4F23C-749D-4A02-8F3B-B937D5899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575301-28FE-4199-95F9-5C794CE8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A9482-AB79-4B6E-A338-405B0B70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F25B3-6B8E-449A-8D67-3EA4B81A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7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623B-8906-4672-B745-6D21897B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D316E6-E906-4450-A516-2997630AA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E2DE1-4688-4F06-B817-D2747A32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E0F2B-4881-4012-98CE-F919C61C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714B-794C-49D1-B8E6-CA92AA6A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72922-CE61-4273-BB30-84EE3CCAA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8ABCA-925A-45D7-A2B3-3AD29776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1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5D96-2F31-4067-87B6-03B653BC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6046B-B991-4B3B-B516-1F434DCCC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47F5A-5CE9-4824-A789-D1769DB35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D3CAD-B834-430A-991D-5DE948EEA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EB9AB-0BFC-4482-A6E4-F9642DF6A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8961F-EA29-4F09-85E2-9FF98E0D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5E6F-8F84-4F47-B98A-B44DA3553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85BB9-2504-4632-AAB8-7741F9D9A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4F911-074B-4039-8711-C4E675632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28BD2-4934-4F22-8A16-1AD311452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D1888-3F4C-4E38-B961-52A1B517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AF65-1175-4CE4-9B9C-A7D7115F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14FA-6E17-4169-A0EE-5A0A0953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964DA-A5A7-44D4-A5C4-C9F87A0C1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7FFC-D25B-4DE9-BCF9-2318ACA1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65EF7-FFF1-47FE-AE69-EB856A57D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05395-9222-4C48-9F29-4473AA39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93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90293-7F4E-4F94-A3D6-BB868B16A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C6A70-96E9-4A01-8A27-8660E5A08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B96C6-E466-4CF7-839B-617B6381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4B5CE-51B9-4366-A372-C459EEC8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893AC-F1D1-45DD-B57C-3BD7EC60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5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28451-D376-4E35-B5EC-AD6275BE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56349-F37D-4C45-BF6B-B348F7B2A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63279-9A21-4514-A45F-C65883555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A49EE-8E91-4651-8851-A5E7291830B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3A0B4-14A2-4153-BFB3-A327A73C8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907B0-77DD-442D-9560-6AA07D178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C55E9-3CB1-4D62-A4E3-2BC4D934F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9DF3-E8D5-0E00-A55F-6C9060DE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26A5-C6D2-8EEA-547F-669FE98D0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234" y="2235199"/>
            <a:ext cx="8906489" cy="3207657"/>
          </a:xfrm>
        </p:spPr>
        <p:txBody>
          <a:bodyPr anchor="ctr" anchorCtr="0">
            <a:normAutofit/>
          </a:bodyPr>
          <a:lstStyle/>
          <a:p>
            <a:pPr algn="l"/>
            <a:r>
              <a:rPr lang="en-US" sz="4800" b="1" dirty="0"/>
              <a:t>Part 11</a:t>
            </a:r>
            <a:br>
              <a:rPr lang="en-US" sz="4800" b="1" dirty="0"/>
            </a:br>
            <a:br>
              <a:rPr lang="en-US" sz="500" b="1" dirty="0"/>
            </a:br>
            <a:r>
              <a:rPr lang="en-US" sz="4000" dirty="0"/>
              <a:t>Dynamic Model Exercises</a:t>
            </a:r>
            <a:endParaRPr lang="en-US" sz="4400" dirty="0">
              <a:solidFill>
                <a:srgbClr val="C00000"/>
              </a:solidFill>
            </a:endParaRPr>
          </a:p>
        </p:txBody>
      </p:sp>
      <p:pic>
        <p:nvPicPr>
          <p:cNvPr id="3" name="Picture 2" descr="A green line in a black background&#10;&#10;Description automatically generated">
            <a:extLst>
              <a:ext uri="{FF2B5EF4-FFF2-40B4-BE49-F238E27FC236}">
                <a16:creationId xmlns:a16="http://schemas.microsoft.com/office/drawing/2014/main" id="{AAE6D090-E96A-EE96-0BB9-52E3581CF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94" y="281714"/>
            <a:ext cx="3852242" cy="71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8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31BB-7446-2535-FB85-F09C7F52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585-B17F-6144-4408-1EDF40FC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  </a:t>
            </a:r>
            <a:r>
              <a:rPr lang="en-US" b="0" dirty="0"/>
              <a:t>|  Drought Shock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370F3-A863-9D2C-5B76-466C2CD09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Reduce agricultural TFP by 10% in 2020</a:t>
            </a:r>
          </a:p>
          <a:p>
            <a:pPr lvl="1"/>
            <a:r>
              <a:rPr lang="en-US" dirty="0"/>
              <a:t>Reduce electricity TFP by 25% in 2020</a:t>
            </a:r>
          </a:p>
          <a:p>
            <a:endParaRPr lang="en-US" sz="1000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flexible exchange rate, flexible government savings </a:t>
            </a:r>
          </a:p>
          <a:p>
            <a:pPr lvl="1"/>
            <a:r>
              <a:rPr lang="en-US" dirty="0"/>
              <a:t>Sector-specific capital, labor upward sloping supply curve for less educated workers (0.4 elasticity)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endParaRPr lang="en-US" sz="100" b="1" dirty="0"/>
          </a:p>
          <a:p>
            <a:pPr lvl="1"/>
            <a:r>
              <a:rPr lang="en-US" b="1" dirty="0"/>
              <a:t>Sim 1: </a:t>
            </a:r>
            <a:r>
              <a:rPr lang="en-US" dirty="0"/>
              <a:t>Sector-specific land</a:t>
            </a:r>
          </a:p>
          <a:p>
            <a:pPr lvl="1"/>
            <a:endParaRPr lang="en-US" sz="500" dirty="0"/>
          </a:p>
          <a:p>
            <a:pPr lvl="1"/>
            <a:r>
              <a:rPr lang="en-US" b="1" dirty="0"/>
              <a:t>Sim 2: </a:t>
            </a:r>
            <a:r>
              <a:rPr lang="en-US" dirty="0"/>
              <a:t>Flexible land (leave crops fixed in the baseline)</a:t>
            </a:r>
          </a:p>
          <a:p>
            <a:pPr lvl="1"/>
            <a:endParaRPr lang="en-US" sz="500" b="1" dirty="0"/>
          </a:p>
          <a:p>
            <a:pPr lvl="1"/>
            <a:r>
              <a:rPr lang="en-US" b="1" dirty="0"/>
              <a:t>Sim 3: </a:t>
            </a:r>
            <a:r>
              <a:rPr lang="en-US" dirty="0"/>
              <a:t>Flexible land (above)	+  Subsidize electricity for consumers (negative </a:t>
            </a:r>
            <a:r>
              <a:rPr lang="en-US" i="1" dirty="0" err="1"/>
              <a:t>tq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				</a:t>
            </a:r>
            <a:endParaRPr lang="en-US" sz="2000" dirty="0">
              <a:solidFill>
                <a:srgbClr val="C00000"/>
              </a:solidFill>
            </a:endParaRPr>
          </a:p>
          <a:p>
            <a:pPr marL="914400" lvl="2" indent="0">
              <a:buNone/>
            </a:pPr>
            <a:r>
              <a:rPr lang="en-US" dirty="0"/>
              <a:t>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23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797F-7D03-7E47-9FA6-4EA0D9AB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8597-5327-7B71-47E7-18021F12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5  </a:t>
            </a:r>
            <a:r>
              <a:rPr lang="en-US" b="0" dirty="0"/>
              <a:t>|  Foreign Tariffs on Our Exports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D173-218B-780C-BB36-A41E0A5DB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Reduce world export prices by 10% in 2020</a:t>
            </a:r>
          </a:p>
          <a:p>
            <a:endParaRPr lang="en-US" sz="1000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flexible exchange rate, flexible government savings </a:t>
            </a:r>
          </a:p>
          <a:p>
            <a:pPr lvl="1"/>
            <a:r>
              <a:rPr lang="en-US" dirty="0"/>
              <a:t>Sector-specific capital, flexible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endParaRPr lang="en-US" sz="100" b="1" dirty="0"/>
          </a:p>
          <a:p>
            <a:pPr lvl="1"/>
            <a:r>
              <a:rPr lang="en-US" b="1" dirty="0"/>
              <a:t>Sim 1: </a:t>
            </a:r>
            <a:r>
              <a:rPr lang="en-US" dirty="0"/>
              <a:t>Fully employed labor</a:t>
            </a:r>
          </a:p>
          <a:p>
            <a:pPr lvl="1"/>
            <a:endParaRPr lang="en-US" sz="500" dirty="0"/>
          </a:p>
          <a:p>
            <a:pPr lvl="1"/>
            <a:r>
              <a:rPr lang="en-US" b="1" dirty="0"/>
              <a:t>Sim 2: </a:t>
            </a:r>
            <a:r>
              <a:rPr lang="en-US" dirty="0"/>
              <a:t>Fully employed labor  +  Flexible land (leave crops fixed in the baseline)</a:t>
            </a:r>
          </a:p>
          <a:p>
            <a:pPr lvl="1"/>
            <a:endParaRPr lang="en-US" sz="500" b="1" dirty="0"/>
          </a:p>
          <a:p>
            <a:pPr lvl="1"/>
            <a:r>
              <a:rPr lang="en-US" b="1" dirty="0"/>
              <a:t>Sim 3: </a:t>
            </a:r>
            <a:r>
              <a:rPr lang="en-US" dirty="0"/>
              <a:t>Less educated workers unemployed (rural and urban)  +  Flexible land 	</a:t>
            </a:r>
          </a:p>
          <a:p>
            <a:pPr marL="457200" lvl="1" indent="0">
              <a:buNone/>
            </a:pPr>
            <a:r>
              <a:rPr lang="en-US" dirty="0"/>
              <a:t>					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223D-078F-F801-78DE-466E8A1E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3453-3F82-205A-B04B-7AD98922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6  </a:t>
            </a:r>
            <a:r>
              <a:rPr lang="en-US" b="0" dirty="0"/>
              <a:t>|  Tariff Liberalization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5F9E-19E8-89BF-704F-804CCCCB8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Eliminate all import tariffs (i.e., -100% in 2020)</a:t>
            </a:r>
            <a:endParaRPr lang="en-US" sz="2200" dirty="0">
              <a:solidFill>
                <a:srgbClr val="C00000"/>
              </a:solidFill>
            </a:endParaRPr>
          </a:p>
          <a:p>
            <a:endParaRPr lang="en-US" sz="1000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flexible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b="1" dirty="0"/>
              <a:t>Sim 1: </a:t>
            </a:r>
            <a:r>
              <a:rPr lang="en-US" dirty="0"/>
              <a:t>Flexible government savings 	Labor fully employed </a:t>
            </a:r>
          </a:p>
          <a:p>
            <a:pPr lvl="1"/>
            <a:r>
              <a:rPr lang="en-US" b="1" dirty="0"/>
              <a:t>Sim 2: </a:t>
            </a:r>
            <a:r>
              <a:rPr lang="en-US" dirty="0"/>
              <a:t>Flexible government savings	Less educated workers unemployed (rural + urban)</a:t>
            </a:r>
          </a:p>
          <a:p>
            <a:pPr lvl="1"/>
            <a:r>
              <a:rPr lang="en-US" b="1" dirty="0"/>
              <a:t>Sim 3: </a:t>
            </a:r>
            <a:r>
              <a:rPr lang="en-US" dirty="0"/>
              <a:t>Flexible direct taxes (scaled) 	Less educated workers unemployed (rural + urban)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16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C843-CF52-B2A6-C6EB-4053AA3F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1BE2A-E7A8-3105-0885-0B8B733C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7  </a:t>
            </a:r>
            <a:r>
              <a:rPr lang="en-US" b="0" dirty="0"/>
              <a:t>|  Climate 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3E9D-6721-D86C-CD3B-CB01495FF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Baseline</a:t>
            </a:r>
          </a:p>
          <a:p>
            <a:pPr lvl="1"/>
            <a:r>
              <a:rPr lang="en-US" dirty="0"/>
              <a:t>Time periods: 2023-2035</a:t>
            </a:r>
          </a:p>
          <a:p>
            <a:pPr lvl="1"/>
            <a:r>
              <a:rPr lang="en-US" dirty="0"/>
              <a:t>4% annual total GDP growth rate</a:t>
            </a:r>
          </a:p>
          <a:p>
            <a:endParaRPr lang="en-US" sz="100" b="1" dirty="0"/>
          </a:p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Reduce crop yields (-1% TFP growth per year until 2035)</a:t>
            </a:r>
          </a:p>
          <a:p>
            <a:pPr lvl="1"/>
            <a:r>
              <a:rPr lang="en-US" dirty="0"/>
              <a:t>Reduce hydropower production (-1% growth per year until 2035 in electricity sectors)</a:t>
            </a:r>
          </a:p>
          <a:p>
            <a:pPr lvl="1"/>
            <a:r>
              <a:rPr lang="en-US" dirty="0"/>
              <a:t>Reduce labor productivity (-0.25% growth per year until 2035 in agriculture and construction) </a:t>
            </a:r>
          </a:p>
          <a:p>
            <a:endParaRPr lang="en-US" sz="100" b="1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flexible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dirty="0"/>
              <a:t>Identify 2+ policies that the government could introduce to mitigate impacts  on worst affected sectors and/or households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90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CFE4F-0150-A52E-0374-057AD117F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835F-6099-C943-9336-E7F5F041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8  </a:t>
            </a:r>
            <a:r>
              <a:rPr lang="en-US" b="0" dirty="0"/>
              <a:t>|  Global Market Crisis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14FD6-30D3-10D6-11A0-2A3B18E75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Baseline</a:t>
            </a:r>
          </a:p>
          <a:p>
            <a:pPr lvl="1"/>
            <a:r>
              <a:rPr lang="en-US" dirty="0"/>
              <a:t>Time periods: 2023-2035</a:t>
            </a:r>
          </a:p>
          <a:p>
            <a:pPr lvl="1"/>
            <a:r>
              <a:rPr lang="en-US" dirty="0"/>
              <a:t>4% annual total GDP growth rate</a:t>
            </a:r>
          </a:p>
          <a:p>
            <a:endParaRPr lang="en-US" sz="100" b="1" dirty="0"/>
          </a:p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Increase world food prices (+25% cereals and oilseed prices per year in 2026 and 2027)</a:t>
            </a:r>
          </a:p>
          <a:p>
            <a:pPr lvl="1"/>
            <a:r>
              <a:rPr lang="en-US" dirty="0"/>
              <a:t>Increase world fuel and fertilizer prices (+50% chemicals price per year in 2026 and 2027)</a:t>
            </a:r>
          </a:p>
          <a:p>
            <a:endParaRPr lang="en-US" sz="100" b="1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flexible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dirty="0"/>
              <a:t>Identify 2+ policies that the government could introduce to mitigate impacts  on worst affected sectors and/or households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925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B093-80D6-E8B1-54F0-292C210B4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2318-65CA-FF0E-4EB9-96894411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9  </a:t>
            </a:r>
            <a:r>
              <a:rPr lang="en-US" b="0" dirty="0"/>
              <a:t>|  US Import Restrictions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DBDE3-4D25-1137-99FF-47D76E9A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Baseline</a:t>
            </a:r>
          </a:p>
          <a:p>
            <a:pPr lvl="1"/>
            <a:r>
              <a:rPr lang="en-US" dirty="0"/>
              <a:t>Time periods: 2023-2035</a:t>
            </a:r>
          </a:p>
          <a:p>
            <a:pPr lvl="1"/>
            <a:r>
              <a:rPr lang="en-US" dirty="0"/>
              <a:t>4% annual total GDP growth rate</a:t>
            </a:r>
          </a:p>
          <a:p>
            <a:endParaRPr lang="en-US" sz="100" b="1" dirty="0"/>
          </a:p>
          <a:p>
            <a:r>
              <a:rPr lang="en-US" b="1" dirty="0"/>
              <a:t>Task</a:t>
            </a:r>
          </a:p>
          <a:p>
            <a:pPr lvl="1"/>
            <a:r>
              <a:rPr lang="en-US" dirty="0"/>
              <a:t>Increase US tariff rates to 50% on all products exported to US market</a:t>
            </a:r>
          </a:p>
          <a:p>
            <a:pPr lvl="1"/>
            <a:r>
              <a:rPr lang="en-US" b="1" dirty="0"/>
              <a:t>Note</a:t>
            </a:r>
            <a:r>
              <a:rPr lang="en-US" dirty="0"/>
              <a:t>: You need to do some background analysis to isolate US trade from trade with other countries</a:t>
            </a:r>
          </a:p>
          <a:p>
            <a:endParaRPr lang="en-US" sz="100" b="1" dirty="0"/>
          </a:p>
          <a:p>
            <a:r>
              <a:rPr lang="en-US" b="1" dirty="0"/>
              <a:t>Standard closures</a:t>
            </a:r>
          </a:p>
          <a:p>
            <a:pPr lvl="1"/>
            <a:r>
              <a:rPr lang="en-US" dirty="0"/>
              <a:t>Savings-driven investment, flexible exchange rate</a:t>
            </a:r>
          </a:p>
          <a:p>
            <a:pPr lvl="1"/>
            <a:r>
              <a:rPr lang="en-US" dirty="0"/>
              <a:t>Sector-specific capital, fully employed land</a:t>
            </a:r>
          </a:p>
          <a:p>
            <a:endParaRPr lang="en-US" sz="100" b="1" dirty="0"/>
          </a:p>
          <a:p>
            <a:r>
              <a:rPr lang="en-US" b="1" dirty="0"/>
              <a:t>Simulations </a:t>
            </a:r>
          </a:p>
          <a:p>
            <a:pPr lvl="1"/>
            <a:r>
              <a:rPr lang="en-US" b="1" dirty="0"/>
              <a:t>Retaliation</a:t>
            </a:r>
            <a:r>
              <a:rPr lang="en-US" dirty="0"/>
              <a:t>: Increase own tariffs to 50% on all products imported from the US market</a:t>
            </a:r>
          </a:p>
          <a:p>
            <a:pPr lvl="1"/>
            <a:r>
              <a:rPr lang="en-US" dirty="0"/>
              <a:t>Identify 2+ </a:t>
            </a:r>
            <a:r>
              <a:rPr lang="en-US" u="sng" dirty="0"/>
              <a:t>alternative</a:t>
            </a:r>
            <a:r>
              <a:rPr lang="en-US" dirty="0"/>
              <a:t> policies that the government could introduce to mitigate impacts  on worst affected sectors and/or households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6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551</Words>
  <Application>Microsoft Office PowerPoint</Application>
  <PresentationFormat>Widescreen</PresentationFormat>
  <Paragraphs>95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Part 11  Dynamic Model Exercises</vt:lpstr>
      <vt:lpstr>Exercise 4  |  Drought Shock</vt:lpstr>
      <vt:lpstr>Exercise 5  |  Foreign Tariffs on Our Exports</vt:lpstr>
      <vt:lpstr>Exercise 6  |  Tariff Liberalization</vt:lpstr>
      <vt:lpstr>Exercise 7  |  Climate Change</vt:lpstr>
      <vt:lpstr>Exercise 8  |  Global Market Crisis</vt:lpstr>
      <vt:lpstr>Exercise 9  |  US Import Restrictions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 Economywide Analysis and Policy Prioritization</dc:title>
  <dc:creator>James Thurlow</dc:creator>
  <cp:lastModifiedBy>Thurlow, James (IFPRI)</cp:lastModifiedBy>
  <cp:revision>118</cp:revision>
  <dcterms:created xsi:type="dcterms:W3CDTF">2021-06-25T01:31:33Z</dcterms:created>
  <dcterms:modified xsi:type="dcterms:W3CDTF">2025-12-06T06:14:49Z</dcterms:modified>
</cp:coreProperties>
</file>