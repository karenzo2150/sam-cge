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794A-66A8-4EAB-B12A-6C0ABF976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OF THE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80B72-0F21-43FF-B5A9-773AFC48F5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Names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51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44B9-EA0D-456F-9EB2-5600254C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Shock or Policy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2EC8A-BE44-4822-8C89-64678D658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Describe your shock</a:t>
            </a:r>
          </a:p>
          <a:p>
            <a:r>
              <a:rPr lang="en-US" sz="2800" dirty="0"/>
              <a:t>What aspects of this shock did your group consider important?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113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244B9-EA0D-456F-9EB2-5600254C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Was the Shock Modeled?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2EC8A-BE44-4822-8C89-64678D658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Describe your simulations, how you shocked the model, and which closure rules you selected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03245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BDE7-3B7F-4BB2-AF6B-2CBF9F80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4B88-9167-4B82-BEAA-D8BA4DDCA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Major results (not too detailed – just enough to explain your major findings!)</a:t>
            </a:r>
          </a:p>
          <a:p>
            <a:pPr lvl="1"/>
            <a:r>
              <a:rPr lang="en-US" sz="2600" dirty="0"/>
              <a:t>Macroeconomic</a:t>
            </a:r>
          </a:p>
          <a:p>
            <a:pPr lvl="1"/>
            <a:r>
              <a:rPr lang="en-US" sz="2600" dirty="0"/>
              <a:t>Sectoral GDP</a:t>
            </a:r>
          </a:p>
          <a:p>
            <a:pPr lvl="1"/>
            <a:r>
              <a:rPr lang="en-US" sz="2600" dirty="0"/>
              <a:t>Factor market</a:t>
            </a:r>
          </a:p>
          <a:p>
            <a:pPr lvl="1"/>
            <a:r>
              <a:rPr lang="en-US" sz="2600" dirty="0"/>
              <a:t>Households</a:t>
            </a:r>
          </a:p>
          <a:p>
            <a:pPr lvl="1"/>
            <a:r>
              <a:rPr lang="en-US" sz="26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69201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BDE7-3B7F-4BB2-AF6B-2CBF9F80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Findings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44B88-9167-4B82-BEAA-D8BA4DDCA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Additional results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412891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7621-C47E-4898-8C35-40F6266D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52489-9088-4463-A9D1-ACD7E2CEB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other aspects of this shock would you have liked to consider?</a:t>
            </a:r>
          </a:p>
          <a:p>
            <a:r>
              <a:rPr lang="en-US" sz="2800" dirty="0"/>
              <a:t>What additional information or background analysis would you need to help design the simulations?</a:t>
            </a:r>
          </a:p>
        </p:txBody>
      </p:sp>
    </p:spTree>
    <p:extLst>
      <p:ext uri="{BB962C8B-B14F-4D97-AF65-F5344CB8AC3E}">
        <p14:creationId xmlns:p14="http://schemas.microsoft.com/office/powerpoint/2010/main" val="28999278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111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TITLE OF THE GROUP</vt:lpstr>
      <vt:lpstr>Our Shock or Policy Change</vt:lpstr>
      <vt:lpstr>How Was the Shock Modeled?</vt:lpstr>
      <vt:lpstr>Main Findings (1)</vt:lpstr>
      <vt:lpstr>Main Findings (2)</vt:lpstr>
      <vt:lpstr>Final Assessment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RESEARCH</dc:title>
  <dc:creator>Pradesha, Angga (IFPRI)</dc:creator>
  <cp:lastModifiedBy>James</cp:lastModifiedBy>
  <cp:revision>7</cp:revision>
  <dcterms:created xsi:type="dcterms:W3CDTF">2019-07-23T11:27:33Z</dcterms:created>
  <dcterms:modified xsi:type="dcterms:W3CDTF">2019-07-24T06:58:30Z</dcterms:modified>
</cp:coreProperties>
</file>